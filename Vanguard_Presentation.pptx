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embeddedFontLst>
    <p:embeddedFont>
      <p:font typeface="Quattrocento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uEAXE/96kaotr0Eu7IvWKDzSz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font" Target="fonts/QuattrocentoSans-regular.fntdata"/><Relationship Id="rId22" Type="http://schemas.openxmlformats.org/officeDocument/2006/relationships/font" Target="fonts/QuattrocentoSans-bold.fntdata"/><Relationship Id="rId23" Type="http://schemas.openxmlformats.org/officeDocument/2006/relationships/font" Target="fonts/QuattrocentoSans-italic.fntdata"/><Relationship Id="rId24" Type="http://schemas.openxmlformats.org/officeDocument/2006/relationships/font" Target="fonts/QuattrocentoSans-boldItalic.fntdata"/><Relationship Id="rId2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" name="Google Shape;56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2879834" y="2853000"/>
            <a:ext cx="6432331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Presentation Template</a:t>
            </a:r>
            <a:b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IN" sz="32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Finspark Hackathon 2026</a:t>
            </a:r>
            <a:endParaRPr b="1" i="0" sz="3200" u="none" cap="none" strike="noStrike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-1276679" y="5122115"/>
            <a:ext cx="554678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Your Team Name : Vanguard</a:t>
            </a:r>
          </a:p>
          <a:p/>
          <a:p>
            <a:r>
              <a:t>Your team bio : We are a team of passionate developers tackling internal threat vectors.</a:t>
            </a:r>
          </a:p>
          <a:p/>
          <a:p>
            <a:r>
              <a:t>Date : Finspark Hackathon 2026</a:t>
            </a: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278089" y="586451"/>
            <a:ext cx="8774629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Statement?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278100" y="1162450"/>
            <a:ext cx="83358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Problem Statement 1: Insider Threat Detection.</a:t>
            </a:r>
          </a:p>
          <a:p>
            <a:r>
              <a:t>We chose this because internal threats cause significant financial losses, and standard SIEMs lack AI-driven contextual zero-trust enforcement.</a:t>
            </a:r>
          </a:p>
        </p:txBody>
      </p:sp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356839" y="559523"/>
            <a:ext cx="8774629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Pre-Requisite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Pre-requisites:</a:t>
            </a:r>
          </a:p>
          <a:p>
            <a:r>
              <a:t>- Node.js environment</a:t>
            </a:r>
          </a:p>
          <a:p>
            <a:r>
              <a:t>- Web browser</a:t>
            </a:r>
          </a:p>
          <a:p>
            <a:r>
              <a:t>- Built-in SQLite database (no setup required)</a:t>
            </a:r>
          </a:p>
          <a:p>
            <a:r>
              <a:t>- Gemini API Key (optional for LLM features)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278100" y="6448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Tools or resources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Tech Stack:</a:t>
            </a:r>
          </a:p>
          <a:p>
            <a:r>
              <a:t>- Frontend: React 19, Tailwind CSS, Vite</a:t>
            </a:r>
          </a:p>
          <a:p>
            <a:r>
              <a:t>- Backend: Node.js, Express, SQLite</a:t>
            </a:r>
          </a:p>
          <a:p>
            <a:r>
              <a:t>- AI/ML: TensorFlow.js, Isolation Forest, Google Gemini</a:t>
            </a:r>
          </a:p>
          <a:p>
            <a:r>
              <a:t>- Visuals: Recharts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27810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Supporting Functional Documents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Supporting Documents:</a:t>
            </a:r>
          </a:p>
          <a:p>
            <a:r>
              <a:t>- docs/ARCHITECTURE.md (System Design)</a:t>
            </a:r>
          </a:p>
          <a:p>
            <a:r>
              <a:t>- docs/SETUP.md (Installation Guide)</a:t>
            </a:r>
          </a:p>
          <a:p>
            <a:r>
              <a:t>- docs/Vanguard_Project_Summary.md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332200" y="668575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Differentiators &amp; Adoption Plan</a:t>
            </a: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Key Differentiators:</a:t>
            </a:r>
          </a:p>
          <a:p>
            <a:r>
              <a:t>1. 3-Layer AI Ensemble (Z-Score + Isolation Forest + Deep Autoencoder)</a:t>
            </a:r>
          </a:p>
          <a:p>
            <a:r>
              <a:t>2. Actionable '1-Click Freeze' remediation</a:t>
            </a:r>
          </a:p>
          <a:p>
            <a:r>
              <a:t>3. Decoupled architecture with zero-trust design</a:t>
            </a:r>
          </a:p>
          <a:p/>
          <a:p>
            <a:r>
              <a:t>Adoption Plan:</a:t>
            </a:r>
          </a:p>
          <a:p>
            <a:r>
              <a:t>Easy drop-in replacement for existing internal portals with lightweight DB footprint.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427150" y="687325"/>
            <a:ext cx="9634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GitHub Repository Link &amp; supporting diagrams, screenshots, 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any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 txBox="1"/>
          <p:nvPr/>
        </p:nvSpPr>
        <p:spPr>
          <a:xfrm>
            <a:off x="427139" y="17218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GitHub: https://github.com/NaVteJSingH18/Vanguard</a:t>
            </a:r>
          </a:p>
          <a:p/>
          <a:p>
            <a:r>
              <a:t>(See architecture diagram in the repo's docs folder)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35595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Business Potential and Relevance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Business Potential:</a:t>
            </a:r>
          </a:p>
          <a:p>
            <a:r>
              <a:t>- Can be sold as a white-label SIEM to mid-sized banks.</a:t>
            </a:r>
          </a:p>
          <a:p>
            <a:r>
              <a:t>- Easily scales to multi-tenant environments.</a:t>
            </a:r>
          </a:p>
          <a:p>
            <a:r>
              <a:t>- Significantly reduces data exfiltration risks.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/>
          <p:nvPr>
            <p:ph type="title"/>
          </p:nvPr>
        </p:nvSpPr>
        <p:spPr>
          <a:xfrm>
            <a:off x="3678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Uniqueness of Approach and Solution</a:t>
            </a:r>
            <a:b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1" sz="2800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Uniqueness:</a:t>
            </a:r>
          </a:p>
          <a:p>
            <a:r>
              <a:t>We don't just 'alert'. We use an AI ensemble to accurately calculate risk, and leverage Gemini to summarize the threat context in plain English for rapid SOC action.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4034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Experience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User Experience:</a:t>
            </a:r>
          </a:p>
          <a:p>
            <a:r>
              <a:t>- Built for SOC Analysts</a:t>
            </a:r>
          </a:p>
          <a:p>
            <a:r>
              <a:t>- Dark mode glassmorphism UI</a:t>
            </a:r>
          </a:p>
          <a:p>
            <a:r>
              <a:t>- Real-time threat telemetry charts</a:t>
            </a:r>
          </a:p>
          <a:p>
            <a:r>
              <a:t>- Clean, distraction-free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367825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1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Scalability:</a:t>
            </a:r>
          </a:p>
          <a:p>
            <a:r>
              <a:t>- The React frontend is completely decoupled from the Node backend.</a:t>
            </a:r>
          </a:p>
          <a:p>
            <a:r>
              <a:t>- SQLite can be instantly swapped for PostgreSQL to handle millions of transactions.</a:t>
            </a:r>
          </a:p>
          <a:p>
            <a:r>
              <a:t>- Stateless JWT auth enables horizontal scaling.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344100" y="644825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rPr b="1" lang="en-IN" sz="2800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Ease of Deployment and Maintenance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Deployment:</a:t>
            </a:r>
          </a:p>
          <a:p>
            <a:r>
              <a:t>- Run 'npm install' and 'npm start'</a:t>
            </a:r>
          </a:p>
          <a:p>
            <a:r>
              <a:t>- Fully containerizable via Docker</a:t>
            </a:r>
          </a:p>
          <a:p>
            <a:r>
              <a:t>- Zero mandatory cloud dependencies for the core ML engine (runs locally in Node)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344100" y="65670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Considerations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Security:</a:t>
            </a:r>
          </a:p>
          <a:p>
            <a:r>
              <a:t>- Strict Role-Based Access Control (RBAC)</a:t>
            </a:r>
          </a:p>
          <a:p>
            <a:r>
              <a:t>- Immutable Audit Logs via SQLite</a:t>
            </a:r>
          </a:p>
          <a:p>
            <a:r>
              <a:t>- Zero-Trust validation on every endpoint</a:t>
            </a:r>
          </a:p>
          <a:p>
            <a:r>
              <a:t>- JWT authentication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type="title"/>
          </p:nvPr>
        </p:nvSpPr>
        <p:spPr>
          <a:xfrm>
            <a:off x="37970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 diagram &amp; Images</a:t>
            </a:r>
            <a:endParaRPr>
              <a:solidFill>
                <a:srgbClr val="215868"/>
              </a:solidFill>
            </a:endParaRPr>
          </a:p>
        </p:txBody>
      </p:sp>
      <p:pic>
        <p:nvPicPr>
          <p:cNvPr id="175" name="Google Shape;1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4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Architecture:</a:t>
            </a:r>
          </a:p>
          <a:p>
            <a:r>
              <a:t>[Frontend UI] &lt;--&gt; [Node.js / Express API]</a:t>
            </a:r>
          </a:p>
          <a:p>
            <a:r>
              <a:t>[API] &lt;--&gt; [AI Scoring Engine (TF.js / Isolation Forest)]</a:t>
            </a:r>
          </a:p>
          <a:p>
            <a:r>
              <a:t>[API] &lt;--&gt; [SQLite Database]</a:t>
            </a:r>
          </a:p>
          <a:p>
            <a:r>
              <a:t>[API] &lt;--&gt; [Gemini LLM for Threat Intel]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/>
        </p:nvSpPr>
        <p:spPr>
          <a:xfrm>
            <a:off x="355950" y="586450"/>
            <a:ext cx="8774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28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 Screenshots &amp; video &amp; Github Link</a:t>
            </a:r>
            <a:endParaRPr b="0" i="0" sz="1400" u="none" cap="none" strike="noStrike">
              <a:solidFill>
                <a:srgbClr val="21586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278089" y="1162451"/>
            <a:ext cx="8218500" cy="3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Links &amp; Media:</a:t>
            </a:r>
          </a:p>
          <a:p>
            <a:r>
              <a:t>- GitHub: https://github.com/NaVteJSingH18/Vanguard</a:t>
            </a:r>
          </a:p>
          <a:p>
            <a:r>
              <a:t>- Screenshots available in 'assets/screenshots/' directory of the repository.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/>
        </p:nvSpPr>
        <p:spPr>
          <a:xfrm>
            <a:off x="408614" y="2948556"/>
            <a:ext cx="8649300" cy="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attrocento Sans"/>
              <a:buNone/>
            </a:pPr>
            <a:r>
              <a:rPr b="1" i="0" lang="en-IN" sz="3600" u="none" cap="none" strike="noStrike">
                <a:solidFill>
                  <a:srgbClr val="21586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1" i="0" sz="3600" u="none" cap="none" strike="noStrike">
              <a:solidFill>
                <a:srgbClr val="215868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410051" y="3782256"/>
            <a:ext cx="4559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n-IN" sz="15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member names</a:t>
            </a:r>
            <a:endParaRPr b="1" i="0" sz="15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190" name="Google Shape;1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2942" y="155106"/>
            <a:ext cx="1755446" cy="20598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6"/>
          <p:cNvSpPr txBox="1"/>
          <p:nvPr/>
        </p:nvSpPr>
        <p:spPr>
          <a:xfrm>
            <a:off x="408625" y="3775951"/>
            <a:ext cx="821850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Team Vanguard</a:t>
            </a:r>
          </a:p>
          <a:p>
            <a:r>
              <a:t>- Navtej Singh (Lead Developer)</a:t>
            </a:r>
          </a:p>
          <a:p/>
          <a:p>
            <a:r>
              <a:t>Thank you for reviewing our Zero-Trust Intelligence platform!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2024-06-09T08:34:46Z</dcterms:created>
  <dc:creator>Avinash Rohit</dc:creator>
</cp:coreProperties>
</file>